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12" r:id="rId5"/>
    <p:sldId id="307" r:id="rId6"/>
    <p:sldId id="281" r:id="rId7"/>
    <p:sldId id="324" r:id="rId8"/>
    <p:sldId id="282" r:id="rId9"/>
    <p:sldId id="314" r:id="rId10"/>
    <p:sldId id="323" r:id="rId11"/>
    <p:sldId id="325" r:id="rId12"/>
    <p:sldId id="326" r:id="rId13"/>
    <p:sldId id="297" r:id="rId1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65" d="100"/>
          <a:sy n="65" d="100"/>
        </p:scale>
        <p:origin x="936" y="7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0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6C549-6872-1531-F4C9-852CA8014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09ACF-B5CB-62CF-3DDB-E6F2EAD3D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1B8C2-EF8B-D468-A121-5C73B6A36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179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iocenters-conference-room-2673328/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>
            <a:normAutofit/>
          </a:bodyPr>
          <a:lstStyle/>
          <a:p>
            <a:r>
              <a:rPr lang="en-US"/>
              <a:t>HR</a:t>
            </a:r>
            <a:br>
              <a:rPr lang="en-US"/>
            </a:br>
            <a:r>
              <a:rPr lang="en-US"/>
              <a:t> Dashboard</a:t>
            </a:r>
            <a:endParaRPr lang="en-US" dirty="0"/>
          </a:p>
        </p:txBody>
      </p:sp>
      <p:sp>
        <p:nvSpPr>
          <p:cNvPr id="11" name="Slide Number Placeholder 2" hidden="1">
            <a:extLst>
              <a:ext uri="{FF2B5EF4-FFF2-40B4-BE49-F238E27FC236}">
                <a16:creationId xmlns:a16="http://schemas.microsoft.com/office/drawing/2014/main" id="{57378C03-0F1E-AEBB-9341-2EEC207EF7F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3681" y="235713"/>
            <a:ext cx="5063882" cy="1347280"/>
          </a:xfrm>
        </p:spPr>
        <p:txBody>
          <a:bodyPr/>
          <a:lstStyle/>
          <a:p>
            <a:r>
              <a:rPr lang="en-US" dirty="0"/>
              <a:t>Team Members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6C0B268-3F77-BD37-1ACA-7FCA6178E0B7}"/>
              </a:ext>
            </a:extLst>
          </p:cNvPr>
          <p:cNvSpPr txBox="1">
            <a:spLocks/>
          </p:cNvSpPr>
          <p:nvPr/>
        </p:nvSpPr>
        <p:spPr>
          <a:xfrm>
            <a:off x="5043681" y="2081720"/>
            <a:ext cx="5063882" cy="1347280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AC7A9BB-BD57-6609-83DC-A3433F289C75}"/>
              </a:ext>
            </a:extLst>
          </p:cNvPr>
          <p:cNvSpPr txBox="1">
            <a:spLocks/>
          </p:cNvSpPr>
          <p:nvPr/>
        </p:nvSpPr>
        <p:spPr>
          <a:xfrm>
            <a:off x="5211316" y="2312383"/>
            <a:ext cx="5259554" cy="2233233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Muhammad Abdel Azim</a:t>
            </a:r>
          </a:p>
          <a:p>
            <a:r>
              <a:rPr lang="en-US" dirty="0"/>
              <a:t>Tamer Rashad</a:t>
            </a:r>
          </a:p>
          <a:p>
            <a:r>
              <a:rPr lang="en-US" dirty="0"/>
              <a:t>Muhammad Dawood</a:t>
            </a:r>
          </a:p>
          <a:p>
            <a:r>
              <a:rPr lang="en-US" dirty="0"/>
              <a:t>Ahmed Saad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090" y="1288025"/>
            <a:ext cx="6499794" cy="1182729"/>
          </a:xfrm>
        </p:spPr>
        <p:txBody>
          <a:bodyPr/>
          <a:lstStyle/>
          <a:p>
            <a:pPr algn="ctr"/>
            <a:r>
              <a:rPr lang="en-US" dirty="0"/>
              <a:t>Idea of project and purpose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916" y="3543280"/>
            <a:ext cx="6853084" cy="1736643"/>
          </a:xfrm>
        </p:spPr>
        <p:txBody>
          <a:bodyPr/>
          <a:lstStyle/>
          <a:p>
            <a:r>
              <a:rPr lang="en-US" dirty="0"/>
              <a:t>Report &amp; analysis of company</a:t>
            </a:r>
          </a:p>
          <a:p>
            <a:r>
              <a:rPr lang="en-US" dirty="0"/>
              <a:t>Report &amp; analysis company employee performance </a:t>
            </a:r>
          </a:p>
          <a:p>
            <a:r>
              <a:rPr lang="en-US" dirty="0"/>
              <a:t>Report &amp; analysis company department performance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847305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A7351-2BD6-98E6-1C47-2F0C3D04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932237" cy="1524662"/>
          </a:xfrm>
        </p:spPr>
        <p:txBody>
          <a:bodyPr anchor="b">
            <a:normAutofit/>
          </a:bodyPr>
          <a:lstStyle/>
          <a:p>
            <a:r>
              <a:rPr lang="en-US" dirty="0"/>
              <a:t>Data source</a:t>
            </a:r>
            <a:endParaRPr lang="ar-EG" dirty="0"/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78CE8207-3E90-1D1D-9744-1939B6F1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/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CCD9C-3B93-682B-85A2-196954170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2286000"/>
            <a:ext cx="3932237" cy="3567086"/>
          </a:xfrm>
        </p:spPr>
        <p:txBody>
          <a:bodyPr>
            <a:normAutofit/>
          </a:bodyPr>
          <a:lstStyle/>
          <a:p>
            <a:r>
              <a:rPr lang="en-US" dirty="0"/>
              <a:t>- Excel and CSV files from DEPI</a:t>
            </a:r>
            <a:endParaRPr lang="ar-EG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994E5EB-1881-8162-EBAB-F0F99CA95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7287" r="11320" b="3"/>
          <a:stretch>
            <a:fillRect/>
          </a:stretch>
        </p:blipFill>
        <p:spPr>
          <a:xfrm>
            <a:off x="5183187" y="741459"/>
            <a:ext cx="6242839" cy="5119592"/>
          </a:xfrm>
          <a:noFill/>
        </p:spPr>
      </p:pic>
    </p:spTree>
    <p:extLst>
      <p:ext uri="{BB962C8B-B14F-4D97-AF65-F5344CB8AC3E}">
        <p14:creationId xmlns:p14="http://schemas.microsoft.com/office/powerpoint/2010/main" val="4211160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Stages of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98216" y="2833972"/>
            <a:ext cx="7708880" cy="2593436"/>
          </a:xfrm>
        </p:spPr>
        <p:txBody>
          <a:bodyPr/>
          <a:lstStyle/>
          <a:p>
            <a:r>
              <a:rPr lang="en-US" dirty="0"/>
              <a:t>Cleaning</a:t>
            </a:r>
          </a:p>
          <a:p>
            <a:r>
              <a:rPr lang="en-US" dirty="0"/>
              <a:t>Modeling</a:t>
            </a:r>
          </a:p>
          <a:p>
            <a:r>
              <a:rPr lang="en-US" dirty="0"/>
              <a:t>DAX</a:t>
            </a:r>
          </a:p>
          <a:p>
            <a:r>
              <a:rPr lang="en-US" dirty="0"/>
              <a:t>Sample visual</a:t>
            </a:r>
          </a:p>
          <a:p>
            <a:r>
              <a:rPr lang="en-US" dirty="0"/>
              <a:t>Reports</a:t>
            </a:r>
          </a:p>
          <a:p>
            <a:r>
              <a:rPr lang="en-US" dirty="0"/>
              <a:t>Dashboard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Cleaning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F3A9B9E-A209-3A33-29E6-C0592BDDF8D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3345" y="1533113"/>
            <a:ext cx="4344695" cy="4826412"/>
          </a:xfrm>
        </p:spPr>
        <p:txBody>
          <a:bodyPr/>
          <a:lstStyle/>
          <a:p>
            <a:endParaRPr lang="ar-E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4575" y="457200"/>
            <a:ext cx="987425" cy="24447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528055" y="594185"/>
            <a:ext cx="3932238" cy="663677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Data Before Cleaning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91381EC-8F73-BFAE-0303-6E96562A1DCB}"/>
              </a:ext>
            </a:extLst>
          </p:cNvPr>
          <p:cNvSpPr txBox="1">
            <a:spLocks/>
          </p:cNvSpPr>
          <p:nvPr/>
        </p:nvSpPr>
        <p:spPr>
          <a:xfrm>
            <a:off x="6681514" y="645904"/>
            <a:ext cx="3343682" cy="471490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Data After Cleaning</a:t>
            </a:r>
          </a:p>
        </p:txBody>
      </p:sp>
      <p:pic>
        <p:nvPicPr>
          <p:cNvPr id="15" name="Picture 14" descr="A screenshot of a computer">
            <a:extLst>
              <a:ext uri="{FF2B5EF4-FFF2-40B4-BE49-F238E27FC236}">
                <a16:creationId xmlns:a16="http://schemas.microsoft.com/office/drawing/2014/main" id="{7163122D-8D83-5CF2-7A13-05FDA90FF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099" y="1533113"/>
            <a:ext cx="6513300" cy="5297902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ED8DBC-BA34-8A29-6D6A-59AFD9B12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33113"/>
            <a:ext cx="5831099" cy="529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1BA6C-9A95-36E8-67F1-F0204419F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02661-4C97-65F2-6337-13B1DFC07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6460" y="383952"/>
            <a:ext cx="6165540" cy="617981"/>
          </a:xfrm>
        </p:spPr>
        <p:txBody>
          <a:bodyPr/>
          <a:lstStyle/>
          <a:p>
            <a:r>
              <a:rPr lang="en-US" dirty="0"/>
              <a:t>Modeling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0D97AE-71DB-FCC4-31C1-2A85C7E53B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9A3286-4A29-B6E0-3697-0570CBF61C64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3"/>
          <a:stretch>
            <a:fillRect/>
          </a:stretch>
        </p:blipFill>
        <p:spPr>
          <a:xfrm>
            <a:off x="0" y="1229194"/>
            <a:ext cx="11992131" cy="5628806"/>
          </a:xfrm>
        </p:spPr>
      </p:pic>
    </p:spTree>
    <p:extLst>
      <p:ext uri="{BB962C8B-B14F-4D97-AF65-F5344CB8AC3E}">
        <p14:creationId xmlns:p14="http://schemas.microsoft.com/office/powerpoint/2010/main" val="3153811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B744A0-F74A-4C64-BD99-3CC980D10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Used Dax</a:t>
            </a:r>
            <a:endParaRPr lang="ar-E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844E43-B3AF-5816-DD11-9E121DA9151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8075054" cy="3721817"/>
          </a:xfrm>
        </p:spPr>
        <p:txBody>
          <a:bodyPr/>
          <a:lstStyle/>
          <a:p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Total emp = count(Employee[</a:t>
            </a:r>
            <a:r>
              <a:rPr lang="en-US" dirty="0" err="1"/>
              <a:t>EmployeeID</a:t>
            </a:r>
            <a:r>
              <a:rPr lang="en-US" dirty="0"/>
              <a:t>] )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/>
              <a:t>Average salary = AVERAGE(Employee[Salary])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 err="1"/>
              <a:t>Attretion</a:t>
            </a:r>
            <a:r>
              <a:rPr lang="en-US" dirty="0"/>
              <a:t> rate = [count of attrition]/[Total emp]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/>
              <a:t>Median age = MEDIAN(Employee[Age])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endParaRPr lang="ar-EG" dirty="0"/>
          </a:p>
        </p:txBody>
      </p:sp>
      <p:pic>
        <p:nvPicPr>
          <p:cNvPr id="9" name="Picture Placeholder 8" descr="A black and white calculator symbols&#10;&#10;AI-generated content may be incorrect.">
            <a:extLst>
              <a:ext uri="{FF2B5EF4-FFF2-40B4-BE49-F238E27FC236}">
                <a16:creationId xmlns:a16="http://schemas.microsoft.com/office/drawing/2014/main" id="{C3E76260-98EA-902F-FFA1-ED9C5205F0F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3632" r="3632"/>
          <a:stretch>
            <a:fillRect/>
          </a:stretch>
        </p:blipFill>
        <p:spPr>
          <a:xfrm>
            <a:off x="8989454" y="3405189"/>
            <a:ext cx="3202546" cy="3452811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A71906-B5E0-67B6-1031-30FE5C5FEC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91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499040D-4443-6C37-E817-1A0E783CD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Visuals</a:t>
            </a:r>
            <a:endParaRPr lang="ar-EG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481C3AA-40C0-DD51-F28B-9D9F8DD6523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704773" y="2443162"/>
            <a:ext cx="3762375" cy="19716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EBB6EA-06F2-8016-F6F4-B686C3ABA6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463516-7E32-1395-AD5D-605C9FD1C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815" y="2443162"/>
            <a:ext cx="3543300" cy="19716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7241D90-ADB0-70C0-CB87-C313F4FC8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4285" y="2433637"/>
            <a:ext cx="2775999" cy="1981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280317-4F6D-B6B3-55A4-7AA1475630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772" y="4476442"/>
            <a:ext cx="3762375" cy="15556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486833-2677-B4B4-CCF0-A0FEF3F32E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815" y="4476442"/>
            <a:ext cx="3543300" cy="15556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56A5FEE-32F1-0684-DE43-47418612A6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4285" y="4476443"/>
            <a:ext cx="2775999" cy="155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246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 for your attention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799EB48-7E75-2FE8-E887-D344DF5FBA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Muhammad Abdel Azim</a:t>
            </a:r>
          </a:p>
          <a:p>
            <a:r>
              <a:rPr lang="en-US" dirty="0"/>
              <a:t>Tamer Rashad</a:t>
            </a:r>
          </a:p>
          <a:p>
            <a:r>
              <a:rPr lang="en-US" dirty="0"/>
              <a:t>Muhammad Dawood</a:t>
            </a:r>
          </a:p>
          <a:p>
            <a:r>
              <a:rPr lang="en-US" dirty="0"/>
              <a:t>Ahmed Saad </a:t>
            </a: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{6E98DF46-7709-4DA1-B891-381BF818F4A4}tf78438558_win32</Template>
  <TotalTime>91</TotalTime>
  <Words>129</Words>
  <Application>Microsoft Office PowerPoint</Application>
  <PresentationFormat>Widescreen</PresentationFormat>
  <Paragraphs>45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Sabon Next LT</vt:lpstr>
      <vt:lpstr>Custom</vt:lpstr>
      <vt:lpstr>HR  Dashboard</vt:lpstr>
      <vt:lpstr>Team Members</vt:lpstr>
      <vt:lpstr>Idea of project and purpose</vt:lpstr>
      <vt:lpstr>Data source</vt:lpstr>
      <vt:lpstr>Stages of project</vt:lpstr>
      <vt:lpstr>Cleaning</vt:lpstr>
      <vt:lpstr>Modeling</vt:lpstr>
      <vt:lpstr>Used Dax</vt:lpstr>
      <vt:lpstr>Sample Visuals</vt:lpstr>
      <vt:lpstr>Thank 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Tamer Rashad</dc:creator>
  <cp:lastModifiedBy>Mohamed Abdelazim Mohamed</cp:lastModifiedBy>
  <cp:revision>8</cp:revision>
  <dcterms:created xsi:type="dcterms:W3CDTF">2025-09-29T14:33:40Z</dcterms:created>
  <dcterms:modified xsi:type="dcterms:W3CDTF">2025-11-01T11:51:19Z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