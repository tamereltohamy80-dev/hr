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11/relationships/webextension" Target="../webextensions/webextension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  <p:sp>
        <p:nvSpPr>
          <p:cNvPr id="3" name="Add-in_Banner">
            <a:extLst>
              <a:ext uri="{FF2B5EF4-FFF2-40B4-BE49-F238E27FC236}">
                <a16:creationId xmlns:a16="http://schemas.microsoft.com/office/drawing/2014/main" id="{5A5145DE-5B9D-5AA2-9D1C-49B3BC8F0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10984"/>
            <a:ext cx="12192000" cy="53022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5" name="Add-in_Banner">
            <a:extLst>
              <a:ext uri="{FF2B5EF4-FFF2-40B4-BE49-F238E27FC236}">
                <a16:creationId xmlns:a16="http://schemas.microsoft.com/office/drawing/2014/main" id="{70761740-1D8B-DD8F-069F-B051FF9277F8}"/>
              </a:ext>
            </a:extLst>
          </p:cNvPr>
          <p:cNvSpPr txBox="1">
            <a:spLocks/>
          </p:cNvSpPr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Add-in_Icon" descr="Icon for Microsoft Power BI.">
            <a:extLst>
              <a:ext uri="{FF2B5EF4-FFF2-40B4-BE49-F238E27FC236}">
                <a16:creationId xmlns:a16="http://schemas.microsoft.com/office/drawing/2014/main" id="{4E59BC28-25C5-697D-249D-F1FD0910CBF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" descr="Add-in content for Microsoft Power BI.">
                <a:extLst>
                  <a:ext uri="{FF2B5EF4-FFF2-40B4-BE49-F238E27FC236}">
                    <a16:creationId xmlns:a16="http://schemas.microsoft.com/office/drawing/2014/main" id="{34CFBFC1-7B8D-78A4-47C2-022A844237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7" name="Add-in" descr="Add-in content for Microsoft Power BI.">
                <a:extLst>
                  <a:ext uri="{FF2B5EF4-FFF2-40B4-BE49-F238E27FC236}">
                    <a16:creationId xmlns:a16="http://schemas.microsoft.com/office/drawing/2014/main" id="{34CFBFC1-7B8D-78A4-47C2-022A844237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3C2366E0-4D98-72D9-A9B7-8F6939C5DD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3C2366E0-4D98-72D9-A9B7-8F6939C5DD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Add-in_Banner">
            <a:extLst>
              <a:ext uri="{FF2B5EF4-FFF2-40B4-BE49-F238E27FC236}">
                <a16:creationId xmlns:a16="http://schemas.microsoft.com/office/drawing/2014/main" id="{705B1AC1-BFCB-031E-19B7-08A5CC434CBD}"/>
              </a:ext>
            </a:extLst>
          </p:cNvPr>
          <p:cNvSpPr txBox="1">
            <a:spLocks/>
          </p:cNvSpPr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63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33810925-E67C-2ADD-8CD1-EA7AB1A2CC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33810925-E67C-2ADD-8CD1-EA7AB1A2CC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dd-in_Banner">
            <a:extLst>
              <a:ext uri="{FF2B5EF4-FFF2-40B4-BE49-F238E27FC236}">
                <a16:creationId xmlns:a16="http://schemas.microsoft.com/office/drawing/2014/main" id="{6E8313E9-BEE2-D36D-03D6-CAA780E8FAE9}"/>
              </a:ext>
            </a:extLst>
          </p:cNvPr>
          <p:cNvSpPr txBox="1">
            <a:spLocks/>
          </p:cNvSpPr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19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6EE15588-D93A-AD26-5875-B568FC59BC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>
                <a:extLst>
                  <a:ext uri="{FF2B5EF4-FFF2-40B4-BE49-F238E27FC236}">
                    <a16:creationId xmlns:a16="http://schemas.microsoft.com/office/drawing/2014/main" id="{6EE15588-D93A-AD26-5875-B568FC59BC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Add-in_Banner">
            <a:extLst>
              <a:ext uri="{FF2B5EF4-FFF2-40B4-BE49-F238E27FC236}">
                <a16:creationId xmlns:a16="http://schemas.microsoft.com/office/drawing/2014/main" id="{356E835A-4FA9-2A3F-B023-2E92C1ED0FC1}"/>
              </a:ext>
            </a:extLst>
          </p:cNvPr>
          <p:cNvSpPr txBox="1">
            <a:spLocks/>
          </p:cNvSpPr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98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4cbc447-0e12-4d24-afc0-b24154e6453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8e874a-b14f-45af-a71c-08acb69d1bc2/df33b1241c7fb3854c52?bookmarkGuid=8cdf3986-f89f-475b-ada5-c58a82967691&amp;bookmarkUsage=1&amp;ctid=a0463def-3037-44e8-8e17-e94af8f05069&amp;fromEntryPoint=export&quot;"/>
    <we:property name="reportState" value="&quot;CONNECTED&quot;"/>
    <we:property name="artifactViewState" value="&quot;live&quot;"/>
    <we:property name="reportEmbeddedTime" value="&quot;2025-11-03T15:24:47.704Z&quot;"/>
    <we:property name="creatorSessionId" value="&quot;7cce7084-eb06-4adf-baea-1b25b415415c&quot;"/>
    <we:property name="creatorUserId" value="&quot;10032004669D5077&quot;"/>
    <we:property name="creatorTenantId" value="&quot;a0463def-3037-44e8-8e17-e94af8f05069&quot;"/>
    <we:property name="pageDisplayName" value="&quot;Company performence&quot;"/>
    <we:property name="pageName" value="&quot;df33b1241c7fb3854c52&quot;"/>
    <we:property name="reportName" value="&quot;project hr 2025 (1)&quot;"/>
    <we:property name="isVisualContainerHeaderHidden" value="false"/>
    <we:property name="isFiltersActionButtonVisible" value="true"/>
    <we:property name="initialStateBookmark" value="&quot;H4sIAAAAAAAAA+1Z23LbNhD9FQ1f8qLpkKB485siu00bK3HtjDudTqazBJYyE5LggKBj1aN/7xKk5YsUy1Hthor9yF1czjkLLBbgpSXSqsxg/g5ytPas11J+zkF9HjjW0Co62/v3b6fj47d/vxtPD8gsS53KorL2Li0Naob6NK1qyJoRyPjXx6EFWXYEs+YrgazCoVWiqmQBWfoPto3JpVWNi6GFF2UmFTRDnmjQ2Ax7Ts3pm+Z2fnJpRuA6PccT5Lq1isR1Y4eNHB4ksRt6I+4xala1DQyytU2aoc30E1loSAuaprGRf8QAwyBwmWvHvu/Zpm2SZvqqyfzgolTEjjjPy0aVsTiHgqOwDAWFVYv40poiVLUyPA5uOU5krTgeY2JchU71nMYhrQZ512VBehwpSWoZ1wepIRtgXhrHmfwyUUgKCWvPXnwkS5UWs6wT9JrbhxYfB9Vgk/EnUqXhQB2kEqhezw2N/VRd6cmGd5A+DQXCTE47FJgEmDiODREgJjDy+iD2mBYdrdlBBRmo+e4qvsKjlT3xIx5DIJBHI8DEF8yBPsg+RZFCMSDEuyv5LQ6t3MgiW2DM/cTxOQgPAhz1QW7oVodCjYURZmdVX0elFd/zHYcL26HEzyNw3ZC5og/ij7UmsNR7oJqDbmeVX+HRyh7zgDlBxOIgER4Xgec64fayv0kpvIqfzQ/xHLNV1Ev/qusK6imotC0sDMOHMj/IqSKZY0u7q4uWQ1m3lHhDeu9fxfIGIqsxDq4NjbvjYf2JoNbEfriUZEKmmVQppwXwbFT5vQZFq+RFmLvCTKlUPbtXlue3hfZhXYH2AEXGs5nCWYtihcpEZnW+xv4Aijf4nFzXjz/XRZeM7S1yPVDbyRntirsJv70N0ZSfbtx3ur3RHgM/bOC73EnHDRldNuJumCRJ7IwcjBhE0eaS9r4c8jgLIKnp5DRX574u0UbFaqwnMi+heMBS7RHqX4uprPQxcir5jmWGOwX+JKXpD6HS5MjlsvreFfh/pPpsUis1hYLqbvUt2J9+1/2ChfgP5cPjgPhNxstF+f1Q7GNJp0ZOO2SbK4aGOMODi9uHjnlBEOEInRhd5oAn0GPuKNq+vH9Jcy9prp/we53m2ifyLbZ1DuW315GPi7mt2iBm3AkjwWwRx5wFDgZ8+zTy2C/VOWxI3/8bkgS/gmVjqIUsar325vC93v87Jt3TqCs4xHbsAvNCP4ptbsc9KNu33llVlnJKEzeltnJUMyOfAA2GR9nOlGLrl8K40dC8tA5Tot6OfQpZ3Qz7ap96CPmleNUo12m3dsuaHtWTbVgf48hhthvZQggnCgKb+T2I11cLvmcYsKUWbcSELYCFwsPIdlkSMGDR5vfvvtelP17UbunRRo7xKPEiN0pCHxMPRh5jhsD9FTte6FiuVOxmwHViyVpXJXA8ggLXiEZiAS0nsUE482ffMpMQmpQuDRs6NP/7lxovFv8Ch4oTsXogAAA=&quot;"/>
    <we:property name="bookmark" value="&quot;H4sIAAAAAAAAA+2Z23LbNhCGX0XDm9xoOiR49p0ju007die1M+50OrlYAAuZCUlwQNCx6vG7d3mwfJBiO6rdULEvhQXB//8ALJbQhSOzusph8TsU6Ow4b7X+XID5PPGcqVP2bZ4bJEkQutz3IJWCceUKiurKZrqsnZ0Lx4KZoz3J6gbydiBq/Pvj1IE8fw/z9peCvMapU6GpdQl59g/2nSlkTYOXUwfPq1wbaIc8tmCxHfaMutPvVsJPPr0RhM3O8BiF7Vul8n3uscATseJ+EgYiZNSt7jt0ytZ2aYfuXj/TpYWspNe0bRQPGGASxz7zXR5Fodv1VVlur7os9s8rQ+7I86Jq4ezKMygFSqezYLDuFV84hwh1Yzof+7cCx7oxAo9QdaHSZnZB4xCrSTE8ckk83htNtLrQB20hn2BRdYFT/WVmkAhJZ8e9/EgtdVbO8wHotbcPvT4BptWm+Sei0nqgB7SRaN4uOht7mbniyaZ3lD6PBdJMQTeRqGJUnudCCogKgnAMsHdp0dGandSQg1lsL/EVHz12FaWCQyxRpAGgiiTzYAzYD1FmUE5I8fYiv+Whx40sdSVyESkvEiBDiDEYA24YVodBi2UHZmupr7PSww8jzxPS9SjxixR8P2G+HAP8XWtJLD09Me1Bt7XkV3z02LmImRenjMdKhkLGoe8lm2N/l9H0GnG6OMAzzFdVL+OroSupJ2CyvrDoHD7W+X5BFckCe9tDebQcyrlF4h3x3ruayxuKnLZxct3Qhgcfzl8IZs3cT5dIZtQ01yYTtABeDJU/GjC0Sl7B3AVzSKXq6b1YXt4W2oN1BdojiOzO5wbnvYoVKzOdN8Wa9kdYvOHn+Lp+/Lkph2TsbpDrgfrOTmlX3E34/dcQvfLTje+dYW/0x8APO/FD7qTjhhp9Fgg/UUpxL/AwZZCmD5e09+WQp1kAqqGTs/uCHusSbSnWu3amiwrKRyzVEan+tTzUtT1CQSXfkc5xq8QfZ/T6A6gtBQq9rL63Rf6fmT2dNcYcQkl1t/kW7c+/637BUv6H8uFpRPym+XJRfj8Ve1jRqVHQDtnkE8MCz3H//Pah090gyCRAj6PPPAglhswP0s3L+9c095rmxil/1GmuvyLfYFsXUH17Hfm0mvuqDTgTXpJK5krOBYs9jMXmaeSpb6oLeCB9/29KFH5Fy4NTLXXZ2LVfDt/r/n9wMlyN+lIAd7kPLEyilLvC5SMo2zfeWXWeCUoTN1E7BZp5h0+Chc5H1b8pwz6uZRfGzuaFc5CR9X7sE8ibdtg3e/SE1F/KNy25gd3aLds9UT/bho2Qpx5z/dSVUnppHLssGsF8fbXge4ETtmTRz5h0JbBEhpi6PlMxA5Y+fP899rr0x5u1Wzz6mWMiVWHqpyqJUIUQhIx1Bu6v2PHccr1SsXcDroOlG1tXIPA9lLgGGsECWk7yAXDdP/tLZpeX/wLqZTheUSAAAA==&quot;"/>
    <we:property name="datasetId" value="&quot;bfb6c8c4-0f1d-445e-aa7e-68b27a99a3b6&quot;"/>
    <we:property name="embedUrl" value="&quot;/reportEmbed?reportId=848e874a-b14f-45af-a71c-08acb69d1bc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AED8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FEBEB90-C420-4D0F-A3C7-5E00D95F702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8e874a-b14f-45af-a71c-08acb69d1bc2/b589b1bccd57c9a95b87?bookmarkGuid=f1f210b7-e65b-4eaa-83c2-0509a2b55d81&amp;bookmarkUsage=1&amp;ctid=a0463def-3037-44e8-8e17-e94af8f05069&amp;fromEntryPoint=export&quot;"/>
    <we:property name="reportState" value="&quot;CONNECTED&quot;"/>
    <we:property name="artifactViewState" value="&quot;live&quot;"/>
    <we:property name="reportEmbeddedTime" value="&quot;2025-11-03T15:25:23.456Z&quot;"/>
    <we:property name="creatorSessionId" value="&quot;4bfe2d0b-b7d8-4dca-ae62-da4a46b6785a&quot;"/>
    <we:property name="creatorUserId" value="&quot;10032004669D5077&quot;"/>
    <we:property name="creatorTenantId" value="&quot;a0463def-3037-44e8-8e17-e94af8f05069&quot;"/>
    <we:property name="pageDisplayName" value="&quot; Department performence 1&quot;"/>
    <we:property name="pageName" value="&quot;b589b1bccd57c9a95b87&quot;"/>
    <we:property name="reportName" value="&quot;project hr 2025 (1)&quot;"/>
    <we:property name="isVisualContainerHeaderHidden" value="false"/>
    <we:property name="isFiltersActionButtonVisible" value="true"/>
    <we:property name="initialStateBookmark" value="&quot;H4sIAAAAAAAAA+1a227bOBD9FUMvfTEWsiRKVN+cy26xrdtsEgRYFEExJIeKWlkyKCmNN/C/7+jiJI6dumsnsZJunuIhRZ45czScoX1tqTifJDD9CGO03lp7WfZtDOZbb2D1rbS1ffr0fjQ8fv/l43B0SOZsUsRZmltvr60CTITFWZyXkFQrkPHzed+CJDmCqPqkIcmxb03Q5FkKSfwPNpNpqDAlzvoWXk2SzEC15EkBBVbLXtJ0+kx7D35zaUeQRXyJJyiLxioYD8VASKlYIEMImeABTcubCTWylVOqpevt97O0gDilbSrbQPt+qAGYEpJxLT3BVGXXcVK0U8T08GpiyDvyeTqpWNknrFFmYgmJVXthMG9AX1v7WVKO6/8OF+wnWWkkHqOuh9IiLqa00uGYGJgiWjOi48hkRFZtH4GJC0gqVsq8HrzIvu8bpI0Jnj3r32AZqktIJVnvAxlGkcEIivbj4ROgHEaN6fcybcPDlqGekyWP0yhpw38bidPGA12mKVZEZuIrRbHinB7JjEKzN61pP4jNPP5O/x7iXbk5O59rk2Z+vaO+VhwN8qdRw/msmhA4EjCwXe15XDIndDTaa6X7HHI5QqMzM672OaYF0+i+P39m4oQGcg0Nn9trKIKSgrR7CW3vehXcvuVKEQgvZF7gciZA88B2OpCWDnACphhjWuw8J+1AZDIpc2If1R6Y/Qsi4pUI7vkS2YJ+mizmOiB8jlwMbO6ip5nnBK9A6SOEvDT4szCoauqN20fuITnNKPX3cDxZAeT5JPs0/uxae9IeOBro6KQTVA8Yk7oLxV+HsuxDEPdKkh09fGrgkmq37XPrJMaupNRNfd6xmANXi8BHf8AVQx9kgH7YiXLwIR9OIAEiZZFH+0eK78yr94hAVClrlj/gXFR34KwY3fQAaGB1/R17SBM7frd46AC6tnKcMOAhgxBQbP5uvYvRgJEX0yaqS3BvxpeH5jDPqCNs7k1q1zZyub32uVnKWmDhHQnhoLqTqabeQWRVxt6toRpu/bD+RjAbvzevlpW/SpIT/k/MEjGjLC0uNitxXi0nBzDtbNH3swf22kMJaO7Kk2h9in+1gW9zZ3ve0CETyDBEHXLlBoo7Yota7vF6t2FRGKz87Zm5e/+1HgGjdt+DLvnR3Lqh54EvPN9jbBAKOQgcxrpAO/UbBiLsEWaqSua3OC+S+VWuNORzBc4gCCT14yIAxl3pblFjPaJWWsT5bfZ7kcwv+dHQHtgBSOlyzal39IlKyXUXaB+hiiHtQfSC08yCD63KbQTukNapVQefmnRQbhfo3u6WsRNsL14sVoM+B9fRArUfODYI7SvpryX76S8Zmu+6N+A5T2JJjcRdpq0xmqhmT0EBtR+TZqcYm/FM1cNYu3ltfYjJ9WbtM0jKatk3B/SEyr6nbyrmWu5WlmL1E/kj9tpzKpqyx2Za+a5yNGee7YAtNKw/f58+Xn9gqlb2b79gwG64aCLmofRk6GqNvu2GVC7JpqDu8g36Lxi1FVdaLPRtR3AlqdTVTqiBB3Vu/CEzBV4VIrtazPX132qysrLIJyDxCFJcQRqRBSQntYa4+odEVr0JoYlFso7p6udFNxzPZv8C80x+cukkAAA=&quot;"/>
    <we:property name="bookmark" value="&quot;H4sIAAAAAAAAA+1a227bOBD9FUMvfTEWupPqW267xaJZZJsgwGKRhyE5VNTKkkFRabyB/31HFydx7NRd52I13TxFMxR55szRcMjkxlFZNc1h9gdM0Hnv7JfllwmYLyPPGTtFZ2MeY4IlEAQMw8BTGlhA3nJqs7KonPc3jgWToj3PqhryZiIy/n0xdiDPTyBtnjTkFY6dKZqqLCDP/sFuMLmsqXE+dvB6mpcGmilPLVhspr2i4fRMELxfmhVB2uwKT1HazioinghPSKkiJhNIIsEZDau6AS2ytUOaqdvlD8rCQlbQMo3N03GcaIBICRlxLUMRqcaus9z2Q8Ts6HpqKDqKeTZtyDkgrGlpMgm500ZhsOpA3zgHZV5P2t+OluynZW0kfkLdugqb2RnNdDQhBmaIzpzoODElkdXaj8FkFvKGlbpqnZfl1wODtDDBc+fjWyx76goKSdaHQPbS1GAKtn88egGUe2ln+rUu+vREq1AvyFJlRZr36b/LxFkXga6LAhsiS/GZsthwTq+URqHZn7W0H2ZmkX9//ADxrsKcXyy0SSM/31NfL44O+cuo4WLeDGC+BGRuoMOQy8hPfI3uRum+hlxO0OjSTJp1PtGERfownt9LcUqOSkPH59M1lEJNSdq9hJ4eepPcsRNIwUSYRCELeCRAc+b6AyhLhzgFYydY2J3XpB2ITOZ1Reyj2gdzcElEvBHBvV4hW9JPV8UCH0TMkQvP5QGGOgp99gaUfoxQ1Qa/FwZ1TaNJ/8oDJGcllf4RTqZrgLyeZF8mnl1rT7qer4G2TtpBtRdFUg+h+RtQlX0M4n5NsqOXzwxcUe/29No6zXAoJXXbmHcsZhZowWKMPa4ijEEyjJNBtIOPxXAKORApyzy631L8YD69ZwSiatmy/BEXoroHZ4132w2ggzX0b+wxTez42+KJDxi4yvcTxpMIEkCx/bf1IUMDRl7OuqyuwL31r7oWMM/pRNjdm7ShbRVyf/tzO5WzxMIHEsJhcyfTDL2HyGmMoztD4+7jcP5CMFt/N2+WlT9rkhP+T8wKMcdlYS+3a3HeLCeHMBts0/e9G/bGTQlo7NqdaHOJf7OJ72tnv9/QJsNkkqBOuAqY4r54Qi/3fGe3PWsNNvGOzCK8/9qPgFG7P4OuxNHdumEYQizCOIwiLxHSY34UDYF2Om8YSHFEmKkrWdzi/JDMrwulI58r8D3GJJ3HBYOIBzJ4Qo/1jFrpEVd31e+HZH4ljo525jKQMuCa09kxJiol10Og/RhVBsUI0h+4zCzF0KvcReA+aZ2O6hDTIR1UMAS6n3bLOAi2ly8WG2fMIfC1QB0z3wWhYyXjjWS//CVD97fuLXiu8kzSQeI+084ETdqyp8BCG8e0WynDzl+q1o1tmDfOx4xC7+Y+h7xupn13SG+o8mvxrmGu525tK9a+UT3jWXtBRdf2uJFWcaB8zaPQ9cEVGjbvvy+fr9+wUGvPbz9hwm656DIWogxlEmiNsRsk1C7JrqEe8g36T5i1NVdaURK7vuBKUqur/UQDZ21t/CYzFq+tKK+Xa337s56ssrbVFCSeQIFrSCOygOSkNhDX/iPRLWfz+b9JyLjTwCQAAA==&quot;"/>
    <we:property name="datasetId" value="&quot;bfb6c8c4-0f1d-445e-aa7e-68b27a99a3b6&quot;"/>
    <we:property name="embedUrl" value="&quot;/reportEmbed?reportId=848e874a-b14f-45af-a71c-08acb69d1bc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AED8F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C949A5E-EAAB-4A9E-99C5-D584C2656676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8e874a-b14f-45af-a71c-08acb69d1bc2/c055a0a2de9626b30198?bookmarkGuid=c15ace60-be86-4352-b960-d11d669cbfbf&amp;bookmarkUsage=1&amp;ctid=a0463def-3037-44e8-8e17-e94af8f05069&amp;fromEntryPoint=export&quot;"/>
    <we:property name="reportState" value="&quot;CONNECTED&quot;"/>
    <we:property name="artifactViewState" value="&quot;live&quot;"/>
    <we:property name="reportEmbeddedTime" value="&quot;2025-11-03T15:26:20.557Z&quot;"/>
    <we:property name="creatorSessionId" value="&quot;a1b51eab-98f3-41e4-b2a0-da23441cbfd3&quot;"/>
    <we:property name="creatorUserId" value="&quot;10032004669D5077&quot;"/>
    <we:property name="creatorTenantId" value="&quot;a0463def-3037-44e8-8e17-e94af8f05069&quot;"/>
    <we:property name="pageDisplayName" value="&quot;Department performence 2&quot;"/>
    <we:property name="pageName" value="&quot;c055a0a2de9626b30198&quot;"/>
    <we:property name="reportName" value="&quot;project hr 2025 (1)&quot;"/>
    <we:property name="isVisualContainerHeaderHidden" value="false"/>
    <we:property name="isFiltersActionButtonVisible" value="true"/>
    <we:property name="initialStateBookmark" value="&quot;H4sIAAAAAAAAA+1abW/bNhD+K4a+9ItRSKJe88152Yq1abMkKDAMwUCRJ1stLWoUlcYL/N93pOTEidWk8+JWTfvNPp55zz13JB9RvnZ4UVeCLt7SOTh7zr6UH+dUfRx5ztgpO9u7d6+PJ6ev/3o7OT5Cs6x0Icva2bt2NFVT0O+LuqHCzIDGPy/GDhXihE7Nt5yKGsZOBaqWJRXFP9A645BWDSzHDlxVQipqpjzTVIOZ9hLd8TvG9l4SjEiZLi7hDJhurcwNQ+pSn0Ma+VFGXC9N0K1uHSyyXhcztQ1/IEtNixLDGJvvp3nAUz8LozSDyONeEBh7XgjduWSLo6tKYXaY86IyrBwg1qlUBaPCsVkoqFvQ186BFM3cfjq6Yz+TjWJwCrkdKnWhFzjT0RwZWAA4S6TjREkky9oPoaJKz6HUdmQmPx0owKjc2XOX4xsgE35JS4bW+yiOgdaNgi+FgUUbzbuf3ENyLjUVI5hXDwLZPSO/QslB9YC4QEtdlFPRtddtpc9bbEw0NdYS+D5VBzOk1fRx9gEbxpQXfy0Vzry/sBU+LNSq1fzxPcC7IXV5sWpydPiw1sYdpy2uHbTVxdKMum4Ws8zzwGceuCnwIIl/LoA1JEw2pR7JfES1VoVtjS2asCpgIL3Xm883bkIaRomXJCnJvTAlXpylIXu0CYdS+6+5C37hstg9kN9kdioFbLc4nwbCZNoX/tGVyIHJeSVrW85zBSu/72xhYjCBMmZ/ZytzvINWedrSX7QSkpb1SkDWlgyF0cynNY6QRQGXIFqHvxtQC4zVOnUxXq5lj+5FjVAFrWrTVkavoomDBfYaFvXO9kMT+aQoy1VYQ1o/3hWvXxXsbTH/A1JTrs+gvDsDOikptUGywv+eisZUs2yEGDtsVgiuoLQZ3XdB05sCz4t20VsrIn5xDmxWSiGnixcr2OdyihvEDYptZj2kmo7OWGGca90/M3bohT3ixk5A05THUZb7JOBJSsMk8wcgs470rCyY8XkWKovLstE/ddZmbVuZBUEUcz9LApczknrUS+L/IbNeFbgoFJst3piddRPtzfjm0Arle6qK9vHfZrZVxt3txc1Uzh0SXmGtD83VgnFdQ+QY4+jWYIa7PJw/gPY9aH6ZvHq2rPze4LLqfQL/wYk5lqWebbd/PltODumWJ8pkOlUwbVFspPI0++IZFVS18H5pyu4gcLc4bSj69h42j+/wz7bw3d7ZnTdRRAM/8NOIeCT0Uy/I3QGInvaueYuC16JguAOuV9uZg5pa8jkKQptH1UYqoB2X3A6DTfMzWhJ/weWn0qjIZScYe3toTZM+LRVdvUgWJBFJYwJu5vok5dHj+mDIV7/Pr2A3XHQV40mY5RnNfS9zGYl45A3+9vYHrFrPlaeXhiSOWRASQuM0J2kQ2b3xQWY0XOlMXt09b8xsoRdkYernScCDPCR+GvBBXKBO8NkHDK8jteWey6ji3/5hbiOPtnt8NwlIwpkX+kHiQ8oIy4dAO73E5p/CCDGb+4ntHqaHwXxfKt3SJSROIAli4sYZloB4ERkC+ZMOcX2rM79L5jfyaGl3vYAwN2QkTGLcbYBFaTgE2o+BF7Qc0e3eCgyD8js5tHSTKKMkSZKIu1ma5HkSsWgIdD/0v4DvhO27b+GtJujXHLLRdUUZnNASerSHfQfBTeoP6g/7fxjHBkEyikw8JljMFfKNVFku/wXGNunZsCMAAA==&quot;"/>
    <we:property name="bookmark" value="&quot;H4sIAAAAAAAAA+1aS3PbNhD+KxpectFkSIIv+OZXm2njjht7PNPp6AACS4kJRLAg6Fjx6L93QVK2ZDO2q1oJ7eQmLZbYb79dLBYgrx2RV6Vkiz/YHJw950CpT3OmP408Z+wUrSxOPJe5sU94mlE/A+IJhqOqNLkqKmfv2jFMT8Fc5FXNpJ0IhX9Pxg6T8pRN7b+MyQrGTgm6UgWT+RdolXHI6BqWYweuSqk0s1OeGWbATnuJ6vgfIXhvCVpk3OSXcAbctFLuhiFzmS+ARn6UEtejCapVrUKDrFfFTt2YP1SFYXmBZqzM92kWCOqnYURTiDzhBYGVZ7k0nUq6OL4qNXqHPi9KS84hYp0qnXMmncYLDVUL+to5VLKeN7+ON+RnqtYcPkDWDBUmNwuc6XiODCwAnCXScaoVktXIj6Bk2syhMM3ITH0+1IBWhbPnLsc3QPbFJSs4Su+iOAFW1RqeCgODNpp3j9xBcq4MkyOYlw8C2T0jv0IhQPeAmKCkyoup7NLrNtLnLTYu6wpjCeKA6cMZ0mrzOP2ICWPDi08rjTMfLJoIH+V6lWr++A7g3ZC6nKySHBU+rqVxx2mLawdpNVnaUddNY556HvjcA5eCCJL45wJYQ8JVXZiRykbMGJ03qbFFEpY5DCT3ev35zknIwijxkoSSzAsp8eKUhvzRJBxK7L9lFXzistg9kN9U+kFJ2G5xPg+E/Wmf+UdXogCu5qWqmnCea1jpvbCFicYktjEHO1uZ4x2kyvOGftK2kKyoVg1k1ZCh0Zr9tcYRsijhEmSr8E8NeoG2WqXOxts171E9rxCqZGVl08r2qygS0AD7HRbVzuqhtXyaF8XKrCWtH++K128K9jaY/wGpDddXUG7OgEpaKWORrPBfMFnbaBa1lGOHz3IpNBSNR3dVUPQ+x/2iXfSNFBG/OQc+K5RU08WbFexzNcUCcYNim1mPmGGjM55b5cr0z4wZOmm2uLETMEpFHKWZTwKRUBYmqT+ANuvYzIqcW51X0WUJVdTmZ591P7ZtmwVBFAs/TQJXcEI95iXx/2iz3uW4KDSfLd7bynof7c34/aEVygum8/b433i2lcfdJcbNVM4GCe8w1kf2asGqriFyrHB0K7DDnR/OX8D6DppPa69eLSt/1risek/gPzgxJ6ows+3q56vl5IhtuaPsT6capi2Ke648T108Y5LpFt4vddFtBO4Wuw1D3d7N5vEK/2oD39XObr+JIhb4gU8j4pHQp16QuQNoetq75i0CXsmcYwVcj7YzBz1tyBfYEDZ+lK2lHNpxJZphaNz8Si+JTwj1ubBd5LJrGHtzaK0nfV4quniRNEgiQmMCbur6hIro8f5gyFe/ry9gN1x0ERNJmGYpy3wvdTmJROQN/vb2B4xaz5WnR0MSxzwICWExzQgNoqY2PsiMgSuTqqvN/cbOFnpBGlI/SwIRZCHxaSAGcYG6j2cfsLyO9JY1lzMtvv9h7p4fbfb4bhKQRHAv9IPEB8oJz4ZAO7vE5J/CCDHb+4ntDtPDYL7PlW7pEhInkAQxceMUQ0C8iAyB/P0OcXXbZ75I5u/50dLuegHhbshJmMRYbYBHNBwC7ScgclaM2HZvBYZB+YYPLd0kShlJkiQSbkqTLEsiHg2B7oe+C3ghbG++hW96gv6eQ9WmKhmHU1ZAT+/RvIMQ1vUH+4/me5ib1mO5/Bdpud81hyMAAA==&quot;"/>
    <we:property name="datasetId" value="&quot;bfb6c8c4-0f1d-445e-aa7e-68b27a99a3b6&quot;"/>
    <we:property name="embedUrl" value="&quot;/reportEmbed?reportId=848e874a-b14f-45af-a71c-08acb69d1bc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AED8FF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097F8740-31B4-4E4E-B743-A127ED87BD2A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8e874a-b14f-45af-a71c-08acb69d1bc2/b4a7c61621dcc8a73ece?bookmarkGuid=29ab7e96-e06b-4ea0-8547-df4fc23215ee&amp;bookmarkUsage=1&amp;ctid=a0463def-3037-44e8-8e17-e94af8f05069&amp;fromEntryPoint=export&quot;"/>
    <we:property name="reportState" value="&quot;CONNECTED&quot;"/>
    <we:property name="artifactViewState" value="&quot;live&quot;"/>
    <we:property name="reportEmbeddedTime" value="&quot;2025-11-03T15:26:52.701Z&quot;"/>
    <we:property name="creatorSessionId" value="&quot;4ae3d3ff-face-4753-997d-c5b50e79e9ce&quot;"/>
    <we:property name="creatorUserId" value="&quot;10032004669D5077&quot;"/>
    <we:property name="creatorTenantId" value="&quot;a0463def-3037-44e8-8e17-e94af8f05069&quot;"/>
    <we:property name="pageDisplayName" value="&quot;employee performence&quot;"/>
    <we:property name="pageName" value="&quot;b4a7c61621dcc8a73ece&quot;"/>
    <we:property name="reportName" value="&quot;project hr 2025 (1)&quot;"/>
    <we:property name="isVisualContainerHeaderHidden" value="false"/>
    <we:property name="isFiltersActionButtonVisible" value="true"/>
    <we:property name="initialStateBookmark" value="&quot;H4sIAAAAAAAAA+1Z60/jRhD/VyJ/uVZClddv37eQ5EoFOSggpKpC1Xh3HHxne631hiNF+d87XptXyBGa8gj0viUz652Z37ztS0tkdZXD7DMUaH20tqX8WoD62mPWllV2tP393XH/cPevz/3xiMiy0pksa+vjpaVBTVCfZPUU8uYGIv55umVBnh/ApPmXQl7jllWhqmUJefY3toeJpdUU51sWXlS5VNBceaRBY3PtOR2n/ySb/eKSROA6O8cj5LqlJh6EPGCBwwTnEYQucqRjdXvAaLb0SHO1ET+QpYasJDENzYkjP4kRk8iPvYinGDmioadZrrsjyWx0USmyjmyeVQ0qA9J1IlXGIbeMFQrrVulLayDzaWF+je7Qj+RUcTzE1LBKnekZ3TQqCIEZojUnOA6UJLAMPZ3mec/4oGGcyW8DhSSUVLPnW9d69MU5lJyoi0r0JxOFE9Dd39EzaPgHgqr7eiCLCsqZ4X6alp2X7Ie0fjr0DsnCcrKH55gvqrfI2lgIfyvHstaHFKKlPpQ5/hskX135o4zE70GtiVFII26l+qdEqck3eVcObjLzuLVKQ5Lj6KKpNskXSusmCefNPT64jgi4Hwi0IeJe4HC/efrB28Bosj3VmvS5d6VnA/he4Hpu6id2GorUwZXp/13YdzJUoPjZrI27ewhf8++zrpA9AZW1BdF4Yy0vdfX8+irrjuN2MoXDptg2R29pZDXE3g2hYXd2GGc/mEYP5fS7ReX3KSiKkh/ALAIzphZ7tl7ZfbeYDGG2sY3oCHJQj+jhK0s30NnBGWXF3Up7NcWRyC+35rQuN2amtr5bx3e189T0myiKOLoOcvCZF3uBH/t8A8bNdvpew+F1nnGqgLe9bRVIi0HzQ4AGY0fVSsqw5Uth2GjMvLT2MjK9vfsE8mlz7YchPSHkt/IDKTU34H0nhswTtZHytFC0/mIhMGEHbkQuixhNHmFkb4C/fsVSLG08/0OHXWPRegxAYBI7cWIjROiEPnfSDfDYECsqiwUN+T+8dg+PznOBlwBDZrsx+sDBDt145Xiv8UIncsmyYEdOwBggY9yzObDID/31J/sxQj1Vj24pQNt70T2yYHhfa4UNrj21Zs3loMRif5WKcmC77aRDalJdD3e2FtR9Rjva6AmdWLhpmEIMacxDEYXB6vcpLwA7nFPwT7BHOlPMXS2qbxL5Zaa04PvCBc9nNFmAADsK41TAJoDf7zSub+bMN4n8PTta2GPwEubGQRyil3p+zPyIbQLsYxQZlD3S+O1CfseGrsQITziCRa4XUZsPYp4kGxHlx1JD3sOierto3zahBdvx7DQC17d9JoTgCU/c1bH9/OPUPmXicbbu6/FN8bmBYum+/Nquf8zG/uSebMdADoBg2xgEged5ARPMCdZP7xd4ezLMat0I/6RksSML7P20O/75dT6IPPl+X2X4n+Jzc+B/yZi+/Q7BxPSytU1OdV0BxwMoccn6RmEAtNiKFSuc+chqGSHkuCzJV+18zafX621vPv8HVL9dzAUeAAA=&quot;"/>
    <we:property name="bookmark" value="&quot;H4sIAAAAAAAAA+1Z3U/jRhD/VyK/XCtFldffvreQcKUqtBQQUlXxMN4dB9/ZXmu95khR/veO1yZAyBGa8hHovcUz69mZ33w7V5bI6iqH2W9QoPXR2pHySwHqy4BZQ6vsaI6T8gDS1HUcW8TgBbbNiSsrncmytj5eWRrUFPVpVjeQt4KI+NfZ0II8P4Rp+5RCXuPQqlDVsoQ8+xu7w8TSqsH50MLLKpcKWpHHGjS2Yi/oOD2TCuwnl24ErrMLPEauO2riQcgDFjhMcB5B6CJHOlZ3B4xmK4+0os31Y1lqyEq6pqU5ceQnMWIS+bEX8RQjR7T0NMt1fySZ7V5Wiqwjm2dVC86YdJ1KlXHILWOFwrpT+soay7wpzK/dO/Rj2SiOR5gaVqkzPSNJuwUhMEO05gTHoZIElqGnTZ4PjCtaxrn8OlZIl5Jq9ny40GMkLqDkRF1WYjSdKpyC7h93n0HDPxFUPdJjWVRQzgz3U1P2XrIf0vrp0DsiC8vpPl5gvqzeMmtrIfylPJC1PqIQLfWRzPHfIPnqyh9ndP0+1JoYhTTXrVX/jCg1+Sbvy8FNZp50VmlIcty9bKtN8pnSuk3CeSvHB9cRAfcDgTZE3Asc7rdvPygNjCY7jdakzz2Rng3ge4Hruamf2GkoUgfXpv83Yd/LUIHi57Mu7u4hvODfZ10jewoq6wqi8cZGXurL+kKUdcdxe5nCSVts26O3NLJa4uCG0LJ7O4yzH0yjh3L63aLyRwOKouQ7MMvAHFCLPd+s7L5bTCYw29pGdAw5qEf08LWlG+js+Jyy4m6lvZ7i6MrPt+a0Pjdmpra+W8f3tfPM9Jsoiji6DnLwmRd7gR/7fAvGzW763sDhdZ5xqoC3vW0VSItB+0OABmNH1d2UYceXwrDRmHll7Wdkeif7FPKmFfthQm8I+bX8QErNDXjfiCHzRm1ueVooOn+xEJiwAzcil0WMJo8wsrfAXz9jKVY2nv+hwxZYdB4DEJjETpzYCBE6oc+ddAs8NsGKymJBQ/53r93Do/dc4CXAkNlujD5wsEM3Xjvea7zUiVyxLNiREzAGyBj3bA4s8kN/88n+AKFu1KNbCtD2XvSvLBk+0lphi+tAbVhzOSix3F+lohzY6TrphJpU38Od4ZK6z2hHFz2hEws3DVOIIY15KKIwWP895QVghwsK/ikOSGeKuetF9U0iv8qUDnxfuOD5jCYLEGBHYZwK2AbwR73G9c2c+SaRv2dHB3sMXsLcOIhD9FLPj5kfsW2A/QBFBuWANH67kN+xoS8xwhOOYJHrRdTmg5gnyVZE+YnUkA+wqN4u2rdN6MB2PDuNwPVtnwkheMITd31sP/849Ttl4km26efxbfG5gWLlvvzarn/Mxv7knuzGQA6AYNsYBIHneQETzAk2T+8X+HoyyWrdXv5JyWJPFjj44deDH1/nD5En3++rDP9TfG4P/C8Z07e/IZiYXrW2yUbXFXA8hBJXrG8UBkCLrVizwpk/WRfb23z+DxNRdwLcHQAA&quot;"/>
    <we:property name="datasetId" value="&quot;bfb6c8c4-0f1d-445e-aa7e-68b27a99a3b6&quot;"/>
    <we:property name="embedUrl" value="&quot;/reportEmbed?reportId=848e874a-b14f-45af-a71c-08acb69d1bc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AED8FF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247AF526-A91A-4E41-98A9-9E810402DE5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8e874a-b14f-45af-a71c-08acb69d1bc2/e1d1a5c346a5f520121e?bookmarkGuid=3619528b-10d0-4322-8447-5abdcd2c9be5&amp;bookmarkUsage=1&amp;ctid=a0463def-3037-44e8-8e17-e94af8f05069&amp;fromEntryPoint=export&quot;"/>
    <we:property name="reportState" value="&quot;CONNECTED&quot;"/>
    <we:property name="artifactViewState" value="&quot;live&quot;"/>
    <we:property name="reportEmbeddedTime" value="&quot;2025-11-03T15:27:31.018Z&quot;"/>
    <we:property name="creatorSessionId" value="&quot;2a9cb951-fa0c-4a7e-9a75-18edca0c5cf0&quot;"/>
    <we:property name="creatorUserId" value="&quot;10032004669D5077&quot;"/>
    <we:property name="creatorTenantId" value="&quot;a0463def-3037-44e8-8e17-e94af8f05069&quot;"/>
    <we:property name="pageDisplayName" value="&quot;Dash-board&quot;"/>
    <we:property name="pageName" value="&quot;e1d1a5c346a5f520121e&quot;"/>
    <we:property name="reportName" value="&quot;project hr 2025 (1)&quot;"/>
    <we:property name="isVisualContainerHeaderHidden" value="false"/>
    <we:property name="isFiltersActionButtonVisible" value="true"/>
    <we:property name="initialStateBookmark" value="&quot;H4sIAAAAAAAAA+1a23LbNhD9FQ1f8qLJiHcyb761aRMlru1Jp5PxdBbAUmZCASpIOlY9/vcuCMoXmb7Jls00ebOxS+zZs8vdBahTR+TlrID5B5ii88bZVOrrFPTXgesMHdmuffz4bryx9+7vDxvjHVpWsypXsnTenDoV6AlWn/KyhsLsQIufD4cOFMUuTMx/GRQlDp0Z6lJJKPJ/0SqTqNI1ng0dPJkVSoPZcr+CCs22x6RO/5Nt97VPFoFX+THuI6/sKrrChZD7QQRhFnoj13OR1Eqr0CDrVDFbN+a3lKwgl2TGrPlRgnEq/MT3Rr7P04AFsVnP8qJqVdh852SmyTvyeT4zrGyIY5AchdO4oLG0iE+dMUJZ68bYzhXBvqo1xz3MGpGs8mpO+xBXg2n7yBnxsasVsdWIDlQFxQCns0ZwpL5taSSGhPNmdHZIK2UuJ0VL6IVvBxYfB22wKfaFWDE+0ANKC9Sb88aN7Vwv+PSGS0jX4wJhJmHAxShIBPhB6omYR6kIvNXJfpujBs2P5u/xGIvrgM/l10ULlJ9A5zb9Gufu6/TOlPJ2jtbj9u0538q5QsJbonrbpLZRvYTIMYuDiwUjbv1w/kLQHWEfnlOyRUsTpXNOsf9hWPmjBk1Z8pOYZWLGVNCObqXlx3uFtmG+GiMbk4nGiUVxzZUtVdTTjvV7uHjJn30oQFt4v9SyrcOjFco8kO7WEb0Vy7Xe9kwy+eVSV2zfDdsB/reBb2sntRta9LwEvISFPBWuH8ehn0XZnf3mthryNAmwjTMK2hRltUpzL4ucUxm8HHJnijSLmT8EVNA4M7PmcrRyJRoxNr6eOu9z8t/u/QmK2mz7apueEOqbfGXadduwOxOpeaJsrKyBDxs5hgEGIfAkFVmSBGkMcY/GsikUuFp5eWokGd6A5c40EkrWVWf1eKlJsfXEZt4oSzP0E5dznkaQgRtn0IcEGKPIQQ7ohPP9DuZXfLB0x5mbssCPfNcHiN0sSyHoA90bdBwknIPyomd+l5Rf88PSzkaAERvFGHs+DzARmDyizD3h7LKLOlN6auzs0YZysuzQ74rtk6DMwJJ3dZoJVwjUBOoJrhqpXrluY+uy1GcCIRpxkYWxC5Gf9GD4GNOsRdXW3LfUZW9n5I22vj4upbJaSix6kFMPcvPs8D4T/HqywU5fGWNZFjEfOLAAopAFwu1B6t46Nz9v3r5AfeRFXRL7KDZBP2pu6xUNz5nsHecMj4sAEmRJkCWAPGJhxHuQ6VlNo0RzBf/SiX4TQnPOLjeqLTWdgbzHZcb97ugehs2mnD35L8FbFvWWwt/kWJXVHnLKyj1VLLeDW5l8cfD7OZl/D2VFgqnqeMH7Df/PvDraqrUeg6TZXD/BjVwFrMCdk3tWZvcFJo673ls7u3peGoII/EQAD9JAYOr1YQD4FaXo/ALwA16anXNhG1kcBqMwDSL0kEEQshBF2IOI2c+6PwN2iYo2Xi56fixYwj2ImJcEXtxcuNxeXvCkYmqpvDS7RSnjvstAuBH6LHPDhN0Z/We4vuGqltVAZQOoKjpoLBrE+keDRx4h1g+EBuPzdv/gBvm0h8+HXhwjp+ahyiacBxoXei9+x9aZbDeeL8hYAbncXNsBY7iGVHna0JtQU2KBNJs05cnWO03WzF+XOCIWCzNMW4V/atRzsmWVWhuvL3lP6nlJUAuYlSatzO99aElgA+wdztf3+chY3s2lXJg1pHXjXfD6rGAvgvkApCZcN6C8ugMpaaUqg2SBf9HHJB0phw4/yguhUTYeLat87m6ZB8iPpCrUZP5qAftATahAnKNYZdd9lVXfQONgR05yiai7N6ckPWzbdMQxjdKEpakvoowhhuLus/pzfKOgcoOmrgz0isNOT75RLPthaceMKB8JETIfYy9LRASiD7RD+0mFMJuE6xwtvhPmu1xp5kSj1zUAq7oqZ8BxFyR2DMJNURco7hiGmx9oOo0RIiWno+sdD5gX8nxuPjv7D01mdfVBKgAA&quot;"/>
    <we:property name="bookmark" value="&quot;H4sIAAAAAAAAA+1aS3PbNhD+KxpectFkxDeZm19t2sYdx/ak08n4sAAWMhMKUEHSserxf++CkPyQ6Zds2UyTm4RdYb/9drm7AHXmiaKaljD7EybovfM2tf46AfN14HtDT7k15kcRj0I/zFmWZPloxFMr1dO60Kry3p15NZgx1p+KqoHSbkSLn4+GHpTlHoztNwllhUNviqbSCsriX3TKJKpNg+dDD0+npTZgtzyooUa77Qmp03eC4L8NySLwujjBA+S1W0Vf+BDzMEoglnEw8gMfSa1yCi2yThW7dWt+S6saCkVm7FqYZJjmIszCYBSGPI9YlNp1WZT1XIXNdk6nhrwjn2dTS86GOAHFUXitCwYrh/jM20WoGtMa27kmONCN4biPshWpuqhntA9xNZjMf3JOfOwZTWy1okNdQznAybQVHOtvWwaJIeG9G50f0UpVqHE5J/TSt0OHj4Ox2DT7QqxYH+gH2gg0m7PWje3CLPgMhktI1+MCYSZhxMUoygSEUR6IlCe5iILVyX5foAHDj2cf8ATLm4Av5DdFC5SfwBQu/VrnHur0zoTydobO4/lDdLGVd42E90T1tk1tq3oFkWcXB5cLVjz3w/sbwXSEfXhByRYtjbUpOMX+h2HlYwOGsuQnMcvE7FJBO76Tlh/vEdqG2WqMbIzHBscOxQ1XtnTZTDrWH+DiFX8OoATj4P3SqHkdHq1Q5oF0t47pqViu9a5nkskvV7ri/NlwHeB/G/h57aR2Q4tBkEGQsZjnwg/TNA5lIu/tN3fVkOdJgG2cUtAmqOpVmntVFpzK4NWQexOkWcx+EFBD68zUmSvQybVoxdj6euZ9KMh/t/cnKBu77Ztt+oXQ39Qb267nDbszkdpfVK2VNfDhIscwwigGnuVCZlmUp5D2aCybQImrlZfnRiLxFiz3ppHQqqk7q8drTYpzT1zmjWQuMcx8znmegAQ/ldCHBNhFUYAa0Ann+x3Mr/ng6E6ln7MoTOjAB5D6UuYQ9YHuDToOEs5Bddkzv0vKb/jhaGcjwISNUkyDkEeYCcyeUOaecXbZQyO1mVg7+7ShGi879LtmBySoJDjyrk8z8QqBGkMzxlUj1SvXXWx9lodMICQjLmSc+pCEWQ+Gj12ataja2vuWpurtjLwxr69PSynZKIVlD3LqUW6eHz1kgl9PNrjpSzImZcJC4MAiSGIWCb8HqXvn3PyyefsK9ZGXTUXso9gE86S5rVc0vGSyd5wzAi4iyJBlkcwAecLihPcg02VDo0R7E//aiX4bQnvOrjbqLT2ZgnrAZcbD7ugeh82lnDv5L8FbFvWWwt/Urq7qfeSUlfu6XG4HdzL56uAPCjL/AaqaBBPd8YD3G/5fRX281RizC4pmc/MMN3I1sBJ3Th9Ymf1XmDjue27d7BoEeQwiCjMBPMojgXnQhwHgV1Si8w3AD3hpdsGFa2RpHI3iPEowQAZRzGIUcQ8i5l7r/gzYFSrm8fIxCFPBMh5AwoIsCtL2wuXu8oKnNdNL5aXdLckZD30Gwk8wZNKPM3Zv9F/g+obrRtUDLQdQ13TQWDSI9Y8GTzxCrB8IDcYX7f7RDfJ5D5+PvThGTs1DV204Dw0u9F79jq0z2W49X5CxEgq1ubYDxnANqfK8obehpsQCZTdpy5Ord4as2U9XOCIWSztMO4V/GjQzsuWU5jbeXvGe1IuKoJYwrWxa2f/70JLAFtgfOFvf6yNrea9QamHWktaNd8Hri4K9DOYjkNpw3YLy+g6kZLSuLZIF/kUfU3SkHHr8uCiFQdV6tKzyubtlHiI/VrrU49mbBexDPaYCcYFilV0PtKy/gcHBjhoXCtF0b05JejRv0wnHPMkzluehSCRDjMX9Z/WXeEdB5QZtXRmYFYednryjWPbD0Y6SKB8JEbMQ00BmIgHRB9ph/kqFMNuE6xwtvhPmu1xp50Sr1zUA66aupsBxDxR2DMJtURco7hmG2z9oXszB5+f/AQ9NIFEYKgAA&quot;"/>
    <we:property name="datasetId" value="&quot;bfb6c8c4-0f1d-445e-aa7e-68b27a99a3b6&quot;"/>
    <we:property name="embedUrl" value="&quot;/reportEmbed?reportId=848e874a-b14f-45af-a71c-08acb69d1bc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AED8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97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Tamer Rashad</cp:lastModifiedBy>
  <cp:revision>3</cp:revision>
  <dcterms:created xsi:type="dcterms:W3CDTF">2018-06-07T21:39:02Z</dcterms:created>
  <dcterms:modified xsi:type="dcterms:W3CDTF">2025-11-03T15:44:55Z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